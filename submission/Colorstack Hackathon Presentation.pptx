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8595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AI Agent for Insider Trading Detection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Salim Mohamed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Oregon State University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8595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							Solution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markets have no insider trading oversight.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$</a:t>
            </a:r>
            <a:r>
              <a:rPr lang="en"/>
              <a:t>436,000 profit on Maduro capture bet placed hours before announcement.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$1 million profit on Google search results, 22 out of 23 correct predictions, due to insider trading.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Argus is an AI agent that monitors markets 24/7. It flags suspicious accounts with full evidence and detects patterns while giving humans the final call after presenting all evidence.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